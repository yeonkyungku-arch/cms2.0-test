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MNM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</a:rPr>
              <a:t>광고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96066"/>
                </a:solidFill>
                <a:latin typeface="Pretendard"/>
              </a:rPr>
              <a:t>디지털 사이니지 광고 집행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1371600" cy="36576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수신처: [광고주명]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작성일: 2026년  월 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제안사: MNM Networks (D'ooh CMS)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4232" y="1645920"/>
            <a:ext cx="3291840" cy="3840480"/>
          </a:xfrm>
          <a:prstGeom prst="rect">
            <a:avLst/>
          </a:prstGeom>
          <a:solidFill>
            <a:srgbClr val="2D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09728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92E"/>
                </a:solidFill>
                <a:latin typeface="Pretendard"/>
              </a:rPr>
              <a:t>회사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134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D'ooh CMS 및 MNM Networks 소개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0048"/>
            <a:ext cx="502920" cy="5029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92E"/>
                </a:solidFill>
                <a:latin typeface="Pretendard"/>
              </a:rPr>
              <a:t>광고 매체 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보유 미디어, 설치 위치, 노출 규모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8416"/>
            <a:ext cx="502920" cy="5029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741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46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92E"/>
                </a:solidFill>
                <a:latin typeface="Pretendard"/>
              </a:rPr>
              <a:t>제안 캠페인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30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집행 기간, 타겟, 크리에이티브 방향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86784"/>
            <a:ext cx="502920" cy="5029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325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05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92E"/>
                </a:solidFill>
                <a:latin typeface="Pretendard"/>
              </a:rPr>
              <a:t>예산 및 견적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885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패키지 구성, 단가, 총 견적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45152"/>
            <a:ext cx="502920" cy="5029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908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92E"/>
                </a:solidFill>
                <a:latin typeface="Pretendard"/>
              </a:rPr>
              <a:t>기대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469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KPI 목표, 성과 측정 방법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03520"/>
            <a:ext cx="502920" cy="5029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92E"/>
                </a:solidFill>
                <a:latin typeface="Pretendard"/>
              </a:rPr>
              <a:t>다음 단계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052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계약 일정, 담당자 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292E"/>
                </a:solidFill>
                <a:latin typeface="Pretendard"/>
              </a:rPr>
              <a:t>02  광고 매체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15544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보유 미디어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]개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전국 주요 거점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15544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일 평균 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  ]회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재생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15544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월 평균 도달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  ]명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추정 유동인구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1247120" cy="384048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미디어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설치 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033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703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화면 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703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일 재생 횟수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703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잔여 슬롯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4164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965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096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[설치 위치]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실내 스탠드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965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55인치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096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240회/일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0965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3 슬롯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25696"/>
            <a:ext cx="11247120" cy="3840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80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[설치 위치]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실외 대형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480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98인치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180회/일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480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1 슬롯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09744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64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[설치 위치]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864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실내 벽형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864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43인치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300회/일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864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2 슬롯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292E"/>
                </a:solidFill>
                <a:latin typeface="Pretendard"/>
              </a:rPr>
              <a:t>03  제안 캠페인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캠페인명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[캠페인 제목 입력]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광고주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[광고주명]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집행 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0000.00.00 ~ 0000.00.00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670048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타겟 오디언스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[연령대, 성별, 관심사 등]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84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집행 미디어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[미디어 ID 목록]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511296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584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재생 길이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52544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25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보장 횟수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0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  ]회/일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352544"/>
            <a:ext cx="5394960" cy="74980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425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총 집행 횟수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00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292E"/>
                </a:solidFill>
                <a:latin typeface="Pretendard"/>
              </a:rPr>
              <a:t>크리에이티브 방향 / 소재 요청 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[크리에이티브 콘셉트, 소재 규격, 소재 제출 일정 등 기재]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292E"/>
                </a:solidFill>
                <a:latin typeface="Pretendard"/>
              </a:rPr>
              <a:t>04  예산 및 견적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384048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미디어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집행 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재생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보장 횟수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87451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단가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87451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금액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1284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패키지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267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[미디어명]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[기간]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267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67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96896"/>
            <a:ext cx="11247120" cy="3840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패키지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[미디어명]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[기간]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651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651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80944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35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추가 옵션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[미디어명]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035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[기간]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035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0358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035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64992"/>
            <a:ext cx="11247120" cy="457200"/>
          </a:xfrm>
          <a:prstGeom prst="rect">
            <a:avLst/>
          </a:prstGeom>
          <a:solidFill>
            <a:srgbClr val="ECF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292E"/>
                </a:solidFill>
                <a:latin typeface="Pretendard"/>
              </a:rPr>
              <a:t>공급가액 합계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4292E"/>
                </a:solidFill>
                <a:latin typeface="Pretendard"/>
              </a:rPr>
              <a:t>[         ]원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840480"/>
            <a:ext cx="11247120" cy="3840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9044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부가세 (10%)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9044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6066"/>
                </a:solidFill>
                <a:latin typeface="Pretendard"/>
              </a:rPr>
              <a:t>[         ]원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42816"/>
            <a:ext cx="11247120" cy="475488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3159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총 합계 (VAT 포함)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315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Pretendard"/>
              </a:rPr>
              <a:t>[         ]원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※ 본 견적은 제안 기준이며, 실제 계약 시 변경될 수 있습니다. 유효기간: [  ]일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96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제안서 검토 및 피드백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제안 내용 확인 후 수정 요청 사항 공유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95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계약 조건 협의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집행 기간, 소재 규격, 결제 조건 최종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95344"/>
            <a:ext cx="365760" cy="36576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953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계약서 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879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전자 계약 또는 직인 계약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08576"/>
            <a:ext cx="365760" cy="36576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360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08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소재 제출 및 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011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광고 소재 제출 → 재생 테스트 → 최종 승인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21808"/>
            <a:ext cx="365760" cy="36576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21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광고 집행 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14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D'ooh CMS를 통해 스케줄 등록 및 집행 시작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2377440"/>
            <a:ext cx="3931920" cy="3200400"/>
          </a:xfrm>
          <a:prstGeom prst="rect">
            <a:avLst/>
          </a:prstGeom>
          <a:solidFill>
            <a:srgbClr val="2D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C65D"/>
                </a:solidFill>
                <a:latin typeface="Pretendard"/>
              </a:rPr>
              <a:t>담당자 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이름: [담당자명]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4747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직책: [직책]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86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이메일: [이메일]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연락처: [전화번호]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09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회사: MNM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