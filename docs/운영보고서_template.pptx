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retendard"/>
              </a:rPr>
              <a:t>광고 운영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6066"/>
                </a:solidFill>
                <a:latin typeface="Pretendard"/>
              </a:rPr>
              <a:t>Monthly Operation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1097280" cy="36576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광고주: [광고주명]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3308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보고 기간: 0000년 00월 (00.00 ~ 00.00)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7141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작성: MNM Networks D'ooh 운영팀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핵심 KPI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137160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총 재생 횟수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    ]회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목표 대비 [  ]%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4864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73152" cy="137160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총 노출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    ]명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전월 대비 [  ]%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54864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137160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평균 재생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계약 재생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91840"/>
            <a:ext cx="548640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291840"/>
            <a:ext cx="73152" cy="137160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슬롯 가동률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749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전체 미디어 평균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292E"/>
                </a:solidFill>
                <a:latin typeface="Pretendard"/>
              </a:rPr>
              <a:t>전월 대비 증감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2743200" cy="5029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재생 횟수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8C65D"/>
                </a:solidFill>
                <a:latin typeface="Pretendard"/>
              </a:rPr>
              <a:t>+[  ]%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212080"/>
            <a:ext cx="2743200" cy="5029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8C65D"/>
                </a:solidFill>
                <a:latin typeface="Pretendard"/>
              </a:rPr>
              <a:t>+[  ]%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212080"/>
            <a:ext cx="2743200" cy="5029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가동률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8C65D"/>
                </a:solidFill>
                <a:latin typeface="Pretendard"/>
              </a:rPr>
              <a:t>+[  ]%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212080"/>
            <a:ext cx="2743200" cy="5029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6066"/>
                </a:solidFill>
                <a:latin typeface="Pretendard"/>
              </a:rPr>
              <a:t>슬롯 소진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8C65D"/>
                </a:solidFill>
                <a:latin typeface="Pretendard"/>
              </a:rPr>
              <a:t>-[  ]%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미디어별 운영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384048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미디어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37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재생 횟수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1737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목표 달성율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1737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노출 추정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737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가동률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5872" y="1737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이슈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756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67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167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[위치]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67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1671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1671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167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정상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32888"/>
            <a:ext cx="11247120" cy="4572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624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2624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[위치]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624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624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2624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2624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정상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900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3392" y="3081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[위치]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3081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2" y="3081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3081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3081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정상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47288"/>
            <a:ext cx="11247120" cy="4572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538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2" y="3538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[위치]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538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3538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3538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3538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5872" y="3538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정상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044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995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MED-005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93392" y="3995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[위치]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3712" y="3995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3995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2" y="3995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3995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5872" y="3995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정상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292E"/>
                </a:solidFill>
                <a:latin typeface="Pretendard"/>
              </a:rPr>
              <a:t>이슈 및 조치 사항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[이슈 없음 / 해당 기간 특이사항 없음]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292E"/>
                </a:solidFill>
                <a:latin typeface="Pretendard"/>
              </a:rPr>
              <a:t>콘텐츠 성과 및 소재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384048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소재명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737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7373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1737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재생 횟수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17373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비중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737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48672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756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671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[소재명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동영상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167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167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167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167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집행 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167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32888"/>
            <a:ext cx="11247120" cy="4572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624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[소재명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동영상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2624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624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집행 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900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081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[소재명 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3081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동영상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집행 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47288"/>
            <a:ext cx="11247120" cy="4572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538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[소재명 4]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3538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동영상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538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3538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3538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>[  ]%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538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C65D"/>
                </a:solidFill>
                <a:latin typeface="Pretendard"/>
              </a:rPr>
              <a:t>집행 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92E"/>
                </a:solidFill>
                <a:latin typeface="Pretendard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292E"/>
                </a:solidFill>
                <a:latin typeface="Pretendard"/>
              </a:rPr>
              <a:t>다음 기간 예정 변경 사항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617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[소재 교체 예정 / 캠페인 변경 / 기타 사항 없음]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C65D"/>
                </a:solidFill>
                <a:latin typeface="Pretendard"/>
              </a:rPr>
              <a:t>D'ooh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다음 기간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58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• 소재 교체: [교체 예정 소재명 / 일정]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• 슬롯 조정: [슬롯 증감 계획]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• 집행 기간: [다음 집행 기간]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• 특이사항: [캠페인 변경, 이벤트 연계 등]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solidFill>
            <a:srgbClr val="2D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47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066"/>
                </a:solidFill>
                <a:latin typeface="Pretendard"/>
              </a:rPr>
              <a:t>담당자: [이름]  |  [직책]  |  [이메일]  |  [연락처]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